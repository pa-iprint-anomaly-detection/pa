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3" r:id="rId5"/>
    <p:sldId id="258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59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60" r:id="rId27"/>
    <p:sldId id="261" r:id="rId28"/>
    <p:sldId id="283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9DF93-41CF-7C12-23B5-41A0ACB481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8D0D6F-B57C-80B1-E908-B1EEB3DFD3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56CA5-D6B3-1E8A-44C5-C4BC97606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43CC4-55E0-4B4F-8F5C-D5F5AE98A0F5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C4742D-7FC4-C538-E8A0-E14C9F6A2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1AE21-B25A-B705-87D5-3BDA36190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A1C9E-C0F8-490C-8FB8-187BFBA4BE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5939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697EC-DD24-43C5-1A69-15B8D21FE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FBEAF-4219-32F0-6328-9515938E8A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51EF9D-5311-A7E5-3F41-2D03ECEEF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43CC4-55E0-4B4F-8F5C-D5F5AE98A0F5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C9F07-34EB-2845-F3D3-961AE800E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42FE4D-ED27-1C22-74B5-0B978A5B9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A1C9E-C0F8-490C-8FB8-187BFBA4BE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781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50FDB-7F9A-97E3-94EB-386D39E37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AB62A9-FDFB-5B10-CF2A-096F0F5004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675424-5A2A-92BC-42BE-49353AED7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43CC4-55E0-4B4F-8F5C-D5F5AE98A0F5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9400E-A935-B368-A3B3-7EF831692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04959F-2A81-9435-D56F-B332FF60D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A1C9E-C0F8-490C-8FB8-187BFBA4BE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3955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1D38C-E3FB-5A26-B04F-F6492D8F1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4D43DF-02A4-B1D6-6CD8-0EE5D7EE66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332AD8-3F8A-481F-1BFE-74F7353576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A95602-9AB4-3F95-BFB3-B51F80E2B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43CC4-55E0-4B4F-8F5C-D5F5AE98A0F5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7FD950-E2DC-0A4D-4579-A8B4C564F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D03B87-EF78-537C-86B0-EE7D75A2C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A1C9E-C0F8-490C-8FB8-187BFBA4BE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2949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CA1FA-7028-719D-3F02-E597BED6A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CD39AA-5349-C6B8-9AE3-22C535F164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0BD85C-5F7F-CB07-739B-96DC3EC0C7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1BEDB6-88FA-1A43-19E9-41FD0292DB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3FDC3D-CBDF-42D9-7CAF-7BC8E5434E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FEF39E-FF7E-6F62-C857-91A5E357D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43CC4-55E0-4B4F-8F5C-D5F5AE98A0F5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966A3A-3B69-98E7-B755-4D30D5534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4B5184-A8D8-F599-296A-55BCE7F4B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A1C9E-C0F8-490C-8FB8-187BFBA4BE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7958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FE881-22FA-3A85-A0CD-BE0AE0ED1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AA6E1B-5583-8D03-CCA9-392D69FE4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43CC4-55E0-4B4F-8F5C-D5F5AE98A0F5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72CC22-0393-4270-DDD9-6293E77BE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FC92CF-C0DB-6083-781C-6705C3BBA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A1C9E-C0F8-490C-8FB8-187BFBA4BE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2453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CF6142-2651-2D46-E5AF-9DDCB5C1C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43CC4-55E0-4B4F-8F5C-D5F5AE98A0F5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6BC539-6E9E-43B5-187C-29C939775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23014B-D303-4405-BF42-F521FCE25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A1C9E-C0F8-490C-8FB8-187BFBA4BE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7768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1345B-5398-AECA-4261-B2CFDCF71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68059-F061-F0D4-857E-C9B264D13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44D935-E2EF-A1DB-B51D-A044D983E5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A70B4D-4F96-2012-FD2F-304AA933E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43CC4-55E0-4B4F-8F5C-D5F5AE98A0F5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23EB09-EBA3-CD4B-9F12-5183EEC1D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702431-19DE-F183-EFB2-9682F66AF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A1C9E-C0F8-490C-8FB8-187BFBA4BE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9130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09216-D70D-0C7C-761A-7D7B6DB22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DBB90F-873A-7E16-D3FE-C8577B9CE3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6A0DEB-DED9-788B-3091-A13F1E3F00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D990F7-2C77-FF4A-1A1A-076AF66E3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43CC4-55E0-4B4F-8F5C-D5F5AE98A0F5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A2EBC9-D00E-9008-2FDE-0298339A3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A5C542-BE68-83DA-AA08-93D597AE2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A1C9E-C0F8-490C-8FB8-187BFBA4BE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6458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6BD6B-CE8D-3EF3-137A-A905C5A8E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7A8A71-16A2-378E-1F66-7165F0164A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F58E03-AE2F-D6CD-3FC5-BF878D88D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43CC4-55E0-4B4F-8F5C-D5F5AE98A0F5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3524BF-16BC-5B7E-E6A3-E455B9EE2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4B0DB-1F34-0695-4F48-FA2545D06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A1C9E-C0F8-490C-8FB8-187BFBA4BE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5832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FDC06E-B705-5B4A-19A9-D807B209A8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D78BF7-FF5D-A84B-8210-6188F23032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CC23EF-3B03-542A-19C4-B0B90DAE8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43CC4-55E0-4B4F-8F5C-D5F5AE98A0F5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0AD170-26B6-8D15-AEC2-516E270C2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6582B6-AF0C-9591-0FC2-5A7D3778D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A1C9E-C0F8-490C-8FB8-187BFBA4BE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5069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149D10-B52A-0677-F14B-76DC3FF2E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F6D4AA-F133-5ECF-29B3-D1AABC21A9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C2FA25-D4DF-E587-30D4-118C6A4284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143CC4-55E0-4B4F-8F5C-D5F5AE98A0F5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2C5B7D-EB04-DD96-DA75-DFCBE324AF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7FD3C-9ABA-3FB5-D64C-79B431B047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6A1C9E-C0F8-490C-8FB8-187BFBA4BE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9581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2E99B-45B6-A6B6-DEB2-EC67E9B548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 dirty="0"/>
              <a:t>PA </a:t>
            </a:r>
            <a:r>
              <a:rPr lang="fr-CH" dirty="0" err="1"/>
              <a:t>week</a:t>
            </a:r>
            <a:r>
              <a:rPr lang="fr-CH" dirty="0"/>
              <a:t> 10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18B6C1-2169-FAE1-6EEE-77D71963F3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3769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8A571-4988-C810-0BC5-0B1A0014A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err="1"/>
              <a:t>Overview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E541C-8194-21DD-703A-97FA8144C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5665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AE420-13C4-D6CF-F2AA-974787167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B0185C-3D87-4F8B-FD99-456C4B849F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1C132C0-E9C2-5344-7639-BBD5CB4118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420225" cy="465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32C2C0A5-7AEF-926C-4D42-BFE9B15D0E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568" y="2055813"/>
            <a:ext cx="9420225" cy="465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734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EDE7B-D17D-8F8E-4D3D-BEEC28309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D38B15-EAFF-D24F-010B-414CAD24F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DEDDA4-4907-DD66-0B01-FBB84A806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4855" y="790356"/>
            <a:ext cx="6282289" cy="5450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662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D1D6A-E794-FE74-148F-DE50EBCE8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2000 </a:t>
            </a:r>
            <a:r>
              <a:rPr lang="fr-CH" dirty="0" err="1"/>
              <a:t>signals</a:t>
            </a:r>
            <a:r>
              <a:rPr lang="fr-CH" dirty="0"/>
              <a:t> </a:t>
            </a:r>
            <a:r>
              <a:rPr lang="fr-CH" dirty="0" err="1"/>
              <a:t>with</a:t>
            </a:r>
            <a:r>
              <a:rPr lang="fr-CH" dirty="0"/>
              <a:t> phases </a:t>
            </a:r>
            <a:r>
              <a:rPr lang="fr-CH" dirty="0" err="1"/>
              <a:t>below</a:t>
            </a:r>
            <a:r>
              <a:rPr lang="fr-CH" dirty="0"/>
              <a:t> 0</a:t>
            </a:r>
            <a:endParaRPr lang="en-GB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7A1EA95-A19D-69D9-88F9-F75AB95C7BD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655" y="1825625"/>
            <a:ext cx="10020689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1608D02-1702-7F28-7060-51BE6B2D61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7258" y="0"/>
            <a:ext cx="3524742" cy="866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233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0F823-B2CD-334C-0A3C-AC4E036A6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D5F66-647A-BF52-AC1E-4D87218C3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EA08EBD-61F4-E5E2-B75F-E4B590B6A1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888" y="1095375"/>
            <a:ext cx="9420225" cy="466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6546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738F3-6285-CEFB-240F-3B2C49937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3DCD2E-296F-01A9-6996-A4D308B7FB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733EC9E-4D45-AA60-BC7A-75D9724F6B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888" y="1095375"/>
            <a:ext cx="9420225" cy="466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4592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2D429-2E64-324D-F978-119E4210A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DBDE2-DC6D-CA04-AE57-AEFA46638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468BCCF-C8F5-9AE8-EC76-51C511142D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888" y="1095375"/>
            <a:ext cx="9420225" cy="466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6186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240CB-ACC2-FB44-7224-E7074C5FB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2AE05-B1BB-9D4D-7C31-36C92315C3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CF0B3492-A2FE-F619-8107-85659AF829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888" y="1095375"/>
            <a:ext cx="9420225" cy="466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9511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A2975-191E-5EC5-1789-2A5069905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BD666-07B8-4344-5F67-879509731C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11D9C759-65ED-3375-3DA2-3A742F5670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888" y="1095375"/>
            <a:ext cx="9420225" cy="466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75406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E13EE-F8FF-0A5B-723D-4219D86A4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A3FB6-1955-9425-FA79-5DCA21FA08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4C928237-FB02-72DC-66C4-C56D462C8B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888" y="1095375"/>
            <a:ext cx="9420225" cy="466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94374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24B1D-8F74-338D-3718-9377B86D4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09DAB-9279-6E82-8781-5BD655606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2FE482EE-87B9-3EA6-9F55-D5EC1D38D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888" y="1095375"/>
            <a:ext cx="9420225" cy="466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00938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0FB40-14C4-F43C-014A-00D997E76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6DCD5-5819-C5CB-6EF7-EC71C8720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BB1E6403-1524-2B28-F126-0645379DE7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888" y="1095375"/>
            <a:ext cx="9420225" cy="466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88689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3C3CF-9346-EFA3-620F-3BD0832BE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DE84E-6D21-4E24-C0E7-D07FBC7861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867A65D2-D761-6E67-6112-C454E3B18A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25" y="1095375"/>
            <a:ext cx="9429750" cy="466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50668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DF347-7E30-2FC3-194F-4998D8E86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8A7E99-5097-DF51-C156-9D7F541147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A2C8EC47-9033-CB12-CCE2-1662B913FC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888" y="1095375"/>
            <a:ext cx="9420225" cy="466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56534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1F697-3184-FED8-9FB4-F9BDA9277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27628-FC25-59D0-CAB3-19148675AC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9EFF5E25-3474-01B4-03EC-CBAE4BD73D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888" y="1095375"/>
            <a:ext cx="9420225" cy="466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125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E6A9E-C983-A604-81A6-2F8B88C2E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8003E-9F78-FE60-2304-A9F16737E4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EA2DDEC8-45B3-45D0-B4C9-9C0B39678E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888" y="1095375"/>
            <a:ext cx="9420225" cy="466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03725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BFA8-952B-DCBE-648B-F56DDD77D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95DA6-95D3-429A-9A33-5FC758E94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BD4DDAB1-6783-4B52-C51E-428905EAB9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888" y="1095375"/>
            <a:ext cx="9420225" cy="466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36464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6EBD3-E0F3-8DE5-AB94-7BBF4FEF2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DFA9C-161E-02AD-DC72-635ABDA1E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82D2DE94-0480-0040-7ED1-308D9A0152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888" y="1095375"/>
            <a:ext cx="9420225" cy="466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56467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DC73E-AD76-0DC5-C1A1-93E5397AD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11590-4B8D-0FA5-3ED9-8C75555ACA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27F6D5A1-FCB3-9CC2-6D43-2BE4D2EE4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888" y="1095375"/>
            <a:ext cx="9420225" cy="466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08408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084D4-29DB-E640-D5A1-137D43663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D3136-3DE5-D8C3-EB7D-78D90461E0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7410" name="Picture 2">
            <a:extLst>
              <a:ext uri="{FF2B5EF4-FFF2-40B4-BE49-F238E27FC236}">
                <a16:creationId xmlns:a16="http://schemas.microsoft.com/office/drawing/2014/main" id="{A36FE043-B6A4-3435-D2E9-613CA411B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888" y="1095375"/>
            <a:ext cx="9420225" cy="466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77829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4B0E1-D78E-6858-3A51-F658B471B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B824E-8EA5-89EE-FD1C-8B8D84FAA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8434" name="Picture 2">
            <a:extLst>
              <a:ext uri="{FF2B5EF4-FFF2-40B4-BE49-F238E27FC236}">
                <a16:creationId xmlns:a16="http://schemas.microsoft.com/office/drawing/2014/main" id="{88D4EB70-06FA-3E57-6816-7E60FAE62F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8387" y="2538413"/>
            <a:ext cx="7515225" cy="3714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B449D43-D5A1-332E-9547-A432FD404EF9}"/>
              </a:ext>
            </a:extLst>
          </p:cNvPr>
          <p:cNvSpPr txBox="1"/>
          <p:nvPr/>
        </p:nvSpPr>
        <p:spPr>
          <a:xfrm>
            <a:off x="3734942" y="1815882"/>
            <a:ext cx="73201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Unique nozzles flagged: 707/1280 (55.23%)</a:t>
            </a:r>
          </a:p>
          <a:p>
            <a:r>
              <a:rPr lang="en-GB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Unique (nozzle × pressure) signals flagged: 4829/121600 (3.97%)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33405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8AC69-1A8F-EB62-7669-F1EAB3126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5B3DA-F660-A5C1-C763-5A00C3284F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9458" name="Picture 2">
            <a:extLst>
              <a:ext uri="{FF2B5EF4-FFF2-40B4-BE49-F238E27FC236}">
                <a16:creationId xmlns:a16="http://schemas.microsoft.com/office/drawing/2014/main" id="{25047E78-43A4-325F-471F-7C5F20ABBE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43" y="0"/>
            <a:ext cx="6653816" cy="3289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0" name="Picture 4">
            <a:extLst>
              <a:ext uri="{FF2B5EF4-FFF2-40B4-BE49-F238E27FC236}">
                <a16:creationId xmlns:a16="http://schemas.microsoft.com/office/drawing/2014/main" id="{CD1B63C4-4D30-A2D2-51CD-179E4551CC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9891" y="3371164"/>
            <a:ext cx="7052109" cy="3486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35149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70BE8-CDE9-5999-2B0C-F808AE6EF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0620F-6B35-8FC7-66B0-B78CE81828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20482" name="Picture 2">
            <a:extLst>
              <a:ext uri="{FF2B5EF4-FFF2-40B4-BE49-F238E27FC236}">
                <a16:creationId xmlns:a16="http://schemas.microsoft.com/office/drawing/2014/main" id="{F71C57E1-4683-43C5-52A3-F56F3558C1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3625" y="1100138"/>
            <a:ext cx="7524750" cy="465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41755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52539-15E8-C328-53AC-DDBA7A433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11B17-6E8E-5CA3-9D93-A27DF6766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21506" name="Picture 2">
            <a:extLst>
              <a:ext uri="{FF2B5EF4-FFF2-40B4-BE49-F238E27FC236}">
                <a16:creationId xmlns:a16="http://schemas.microsoft.com/office/drawing/2014/main" id="{A04AFDF1-3D42-9B17-2496-AD1EFB95F6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3625" y="1100138"/>
            <a:ext cx="7524750" cy="465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99805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480C2-BF7A-3B6D-36B3-830F76E87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3975B-1D78-02F3-BE71-F452FAC75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22532" name="Picture 4">
            <a:extLst>
              <a:ext uri="{FF2B5EF4-FFF2-40B4-BE49-F238E27FC236}">
                <a16:creationId xmlns:a16="http://schemas.microsoft.com/office/drawing/2014/main" id="{FB278401-6C2D-2612-07BD-68C239DF86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512" y="1791710"/>
            <a:ext cx="4428714" cy="3149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34" name="Picture 6">
            <a:extLst>
              <a:ext uri="{FF2B5EF4-FFF2-40B4-BE49-F238E27FC236}">
                <a16:creationId xmlns:a16="http://schemas.microsoft.com/office/drawing/2014/main" id="{3717460F-6711-EBBF-C52A-7180C61BCA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825625"/>
            <a:ext cx="4678778" cy="3327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6557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30DA9-7DCD-AC17-CF94-A7DF55571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469B8-D81A-49BC-844A-882F454DFD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23554" name="Picture 2">
            <a:extLst>
              <a:ext uri="{FF2B5EF4-FFF2-40B4-BE49-F238E27FC236}">
                <a16:creationId xmlns:a16="http://schemas.microsoft.com/office/drawing/2014/main" id="{3E12453F-F831-371D-E105-8FA6F748BA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63367"/>
            <a:ext cx="5072581" cy="4513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56" name="Picture 4">
            <a:extLst>
              <a:ext uri="{FF2B5EF4-FFF2-40B4-BE49-F238E27FC236}">
                <a16:creationId xmlns:a16="http://schemas.microsoft.com/office/drawing/2014/main" id="{98E5F810-335D-6C7A-C43E-852A3F6835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1663367"/>
            <a:ext cx="5072581" cy="4513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98414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DA8DE-34D8-2798-77A1-68523E8F9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24578" name="Picture 2">
            <a:extLst>
              <a:ext uri="{FF2B5EF4-FFF2-40B4-BE49-F238E27FC236}">
                <a16:creationId xmlns:a16="http://schemas.microsoft.com/office/drawing/2014/main" id="{7C7D6D2B-9FB3-320A-CA61-04B3671E28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834" y="1419876"/>
            <a:ext cx="5686425" cy="515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B7C4AF4-3DEB-7451-2B9E-E1C2DC4A69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3112370"/>
              </p:ext>
            </p:extLst>
          </p:nvPr>
        </p:nvGraphicFramePr>
        <p:xfrm>
          <a:off x="7320243" y="1776061"/>
          <a:ext cx="3790938" cy="4440656"/>
        </p:xfrm>
        <a:graphic>
          <a:graphicData uri="http://schemas.openxmlformats.org/drawingml/2006/table">
            <a:tbl>
              <a:tblPr/>
              <a:tblGrid>
                <a:gridCol w="1895469">
                  <a:extLst>
                    <a:ext uri="{9D8B030D-6E8A-4147-A177-3AD203B41FA5}">
                      <a16:colId xmlns:a16="http://schemas.microsoft.com/office/drawing/2014/main" val="2691049630"/>
                    </a:ext>
                  </a:extLst>
                </a:gridCol>
                <a:gridCol w="1895469">
                  <a:extLst>
                    <a:ext uri="{9D8B030D-6E8A-4147-A177-3AD203B41FA5}">
                      <a16:colId xmlns:a16="http://schemas.microsoft.com/office/drawing/2014/main" val="3987850034"/>
                    </a:ext>
                  </a:extLst>
                </a:gridCol>
              </a:tblGrid>
              <a:tr h="197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Paire de variables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Distance corr.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6079653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f – </a:t>
                      </a:r>
                      <a:r>
                        <a:rPr lang="el-GR" sz="1000"/>
                        <a:t>φ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0.607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5152397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 – </a:t>
                      </a:r>
                      <a:r>
                        <a:rPr lang="el-GR" sz="1000"/>
                        <a:t>τ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0.545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605085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000"/>
                        <a:t>φ – </a:t>
                      </a:r>
                      <a:r>
                        <a:rPr lang="en-GB" sz="1000"/>
                        <a:t>pressure_mBar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0.383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0276926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000"/>
                        <a:t>τ – </a:t>
                      </a:r>
                      <a:r>
                        <a:rPr lang="en-GB" sz="1000"/>
                        <a:t>f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0.354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8608886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000"/>
                        <a:t>τ – φ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0.349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5447988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 – f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0.349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8445026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 – C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0.285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2434012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000"/>
                        <a:t>τ – </a:t>
                      </a:r>
                      <a:r>
                        <a:rPr lang="en-GB" sz="1000"/>
                        <a:t>C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0.284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1840895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000"/>
                        <a:t>φ – </a:t>
                      </a:r>
                      <a:r>
                        <a:rPr lang="en-GB" sz="1000"/>
                        <a:t>C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0.281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2197794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 – </a:t>
                      </a:r>
                      <a:r>
                        <a:rPr lang="el-GR" sz="1000"/>
                        <a:t>φ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0.243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5831116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f – pressure_mBar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0.222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8251579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C – D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0.190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2094194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000"/>
                        <a:t>τ – </a:t>
                      </a:r>
                      <a:r>
                        <a:rPr lang="en-GB" sz="1000"/>
                        <a:t>D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0.163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3144631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 – D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0.134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3517705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000"/>
                        <a:t>τ – </a:t>
                      </a:r>
                      <a:r>
                        <a:rPr lang="en-GB" sz="1000"/>
                        <a:t>pressure_mBar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0.120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3258735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f – C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0.106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52907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000"/>
                        <a:t>φ – </a:t>
                      </a:r>
                      <a:r>
                        <a:rPr lang="en-GB" sz="1000"/>
                        <a:t>D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0.089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6971534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f – D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0.080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8165403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 – pressure_mBar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0.076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9772740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D – pressure_mBar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0.023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8288339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C – </a:t>
                      </a:r>
                      <a:r>
                        <a:rPr lang="en-GB" sz="1000" dirty="0" err="1"/>
                        <a:t>pressure_mBar</a:t>
                      </a:r>
                      <a:endParaRPr lang="en-GB" sz="1000" dirty="0"/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0.021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61860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21302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133</Words>
  <Application>Microsoft Office PowerPoint</Application>
  <PresentationFormat>Widescreen</PresentationFormat>
  <Paragraphs>49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Aptos</vt:lpstr>
      <vt:lpstr>Aptos Display</vt:lpstr>
      <vt:lpstr>Arial</vt:lpstr>
      <vt:lpstr>Office Theme</vt:lpstr>
      <vt:lpstr>PA week 10</vt:lpstr>
      <vt:lpstr>Overview</vt:lpstr>
      <vt:lpstr>PowerPoint Presentation</vt:lpstr>
      <vt:lpstr>PowerPoint Presentation</vt:lpstr>
      <vt:lpstr>2000 signals with phases below 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Atallah Anthony</dc:creator>
  <cp:lastModifiedBy>Atallah Anthony</cp:lastModifiedBy>
  <cp:revision>6</cp:revision>
  <dcterms:created xsi:type="dcterms:W3CDTF">2025-11-13T17:59:22Z</dcterms:created>
  <dcterms:modified xsi:type="dcterms:W3CDTF">2025-11-17T17:41:08Z</dcterms:modified>
</cp:coreProperties>
</file>